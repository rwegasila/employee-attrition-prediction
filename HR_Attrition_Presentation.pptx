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2" d="100"/>
          <a:sy n="62" d="100"/>
        </p:scale>
        <p:origin x="80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8865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103120"/>
            <a:ext cx="5943600" cy="59436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846320"/>
            <a:ext cx="4114800" cy="41148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REPORT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33172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Employee Attrition Analysis Using Data Analytics and Machine Learning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why employees leave — and how to retain them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4348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repared by: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Analytics Employee Attrition &amp; Performance (Kaggle)
</a:t>
            </a: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14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EEF3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8249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81051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60934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Objectives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691640" y="199339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attrition matters and what we set out to answer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0" y="146304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EEF3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46520" y="168249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icon_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181051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60934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269480" y="199339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Analytics data: scope and key variables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0080" y="306324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EEF3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328269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icon_cog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341071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320954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691640" y="359359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analysis was structured, step by step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17920" y="306324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EEF3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46520" y="328269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icon_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36" y="3410712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69480" y="320954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269480" y="359359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 about who leaves, and why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40080" y="466344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EEF3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68680" y="488289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4" descr="icon_bul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" y="5010912"/>
            <a:ext cx="384048" cy="38404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91640" y="480974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1691640" y="519379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HR can take to reduce turnover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217920" y="4663440"/>
            <a:ext cx="5212080" cy="1325880"/>
          </a:xfrm>
          <a:prstGeom prst="roundRect">
            <a:avLst>
              <a:gd name="adj" fmla="val 5517"/>
            </a:avLst>
          </a:prstGeom>
          <a:solidFill>
            <a:srgbClr val="EEF3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446520" y="488289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5" descr="icon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4536" y="5010912"/>
            <a:ext cx="384048" cy="38404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269480" y="4809744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7269480" y="5193792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analysis leads the organization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Attrition Analysis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37744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</a:t>
            </a:r>
            <a:endParaRPr lang="en-US" sz="3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3977640"/>
            <a:ext cx="1463040" cy="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1605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who leaves costs the company far more than a line on a spreadsheet.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6858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icon_mo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81381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40680" y="65836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replacement costs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40680" y="1033272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Recruiting, onboarding, and training new hires is expensive — and repeats with every departure.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63440" y="21031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icon_user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23113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207568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productivity &amp; knowledge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440680" y="2450592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slow down while roles sit vacant, and institutional knowledge walks out the door.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663440" y="35204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icon_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3648456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40680" y="349300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“why”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440680" y="3867912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can see attrition happening but lacks the data to explain which factors drive it.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663440" y="5074920"/>
            <a:ext cx="6583680" cy="1280160"/>
          </a:xfrm>
          <a:prstGeom prst="roundRect">
            <a:avLst>
              <a:gd name="adj" fmla="val 5714"/>
            </a:avLst>
          </a:prstGeom>
          <a:solidFill>
            <a:srgbClr val="EEF3FC"/>
          </a:solidFill>
          <a:ln/>
        </p:spPr>
      </p:sp>
      <p:sp>
        <p:nvSpPr>
          <p:cNvPr id="19" name="Text 14"/>
          <p:cNvSpPr/>
          <p:nvPr/>
        </p:nvSpPr>
        <p:spPr>
          <a:xfrm>
            <a:off x="4937760" y="5193792"/>
            <a:ext cx="6035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questions:  </a:t>
            </a: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most likely to leave? Which factors matter most? Can we act before they go?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Attrition Analysis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analysis is designed to deliver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60320" cy="3931920"/>
          </a:xfrm>
          <a:prstGeom prst="roundRect">
            <a:avLst>
              <a:gd name="adj" fmla="val 2857"/>
            </a:avLst>
          </a:prstGeom>
          <a:solidFill>
            <a:srgbClr val="EEF3FC"/>
          </a:solidFill>
          <a:ln/>
          <a:effectLst>
            <a:outerShdw blurRad="1016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23317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2496" y="245973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337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Attrition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88620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overall attrition rate and how it varies across employee segments.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02152" y="1920240"/>
            <a:ext cx="2560320" cy="393192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/>
          <a:effectLst>
            <a:outerShdw blurRad="1016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16552" y="233172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245973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85032" y="3337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Drivers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730752" y="388620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the factors most strongly associated with employees leaving.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64224" y="1920240"/>
            <a:ext cx="2560320" cy="3931920"/>
          </a:xfrm>
          <a:prstGeom prst="roundRect">
            <a:avLst>
              <a:gd name="adj" fmla="val 2857"/>
            </a:avLst>
          </a:prstGeom>
          <a:solidFill>
            <a:srgbClr val="EEF3FC"/>
          </a:solidFill>
          <a:ln/>
          <a:effectLst>
            <a:outerShdw blurRad="1016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78624" y="23317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icon_site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245973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47104" y="3337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Patterns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592824" y="388620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findings clearly so HR leaders can act on them quickly.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226296" y="1920240"/>
            <a:ext cx="2560320" cy="3931920"/>
          </a:xfrm>
          <a:prstGeom prst="roundRect">
            <a:avLst>
              <a:gd name="adj" fmla="val 2857"/>
            </a:avLst>
          </a:prstGeom>
          <a:solidFill>
            <a:srgbClr val="EEF3FC"/>
          </a:solidFill>
          <a:ln/>
          <a:effectLst>
            <a:outerShdw blurRad="1016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40696" y="23317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icon_bul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8712" y="2459736"/>
            <a:ext cx="475488" cy="4754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409176" y="3337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Action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454896" y="388620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insights into specific, practical retention strategies.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Attrition Analysis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HR Analytics Employee Attrition &amp; Performance — publicly available on Kaggle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0136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1,470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69080" y="169164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069080" y="180136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06908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98080" y="169164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0" y="1801368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7498080" y="2560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Covered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Variables Used in This Analysis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288536"/>
            <a:ext cx="5212080" cy="0"/>
          </a:xfrm>
          <a:prstGeom prst="rect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94760"/>
            <a:ext cx="5212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 </a:t>
            </a: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Target variable — whether the employee has left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4288536"/>
            <a:ext cx="5212080" cy="0"/>
          </a:xfrm>
          <a:prstGeom prst="rect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3794760"/>
            <a:ext cx="5212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MonthlyIncome  </a:t>
            </a: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Monthly salary (USD)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855464"/>
            <a:ext cx="5212080" cy="0"/>
          </a:xfrm>
          <a:prstGeom prst="rect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361688"/>
            <a:ext cx="5212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  </a:t>
            </a: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Whether the employee regularly works overtime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4855464"/>
            <a:ext cx="5212080" cy="0"/>
          </a:xfrm>
          <a:prstGeom prst="rect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4361688"/>
            <a:ext cx="5212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YearsAtCompany  </a:t>
            </a: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Total tenure at the organization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422392"/>
            <a:ext cx="5212080" cy="0"/>
          </a:xfrm>
          <a:prstGeom prst="rect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928616"/>
            <a:ext cx="5212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JobSatisfaction  </a:t>
            </a: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Self-reported score, 1 (Low) – 4 (Very High)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5422392"/>
            <a:ext cx="5212080" cy="0"/>
          </a:xfrm>
          <a:prstGeom prst="rect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4928616"/>
            <a:ext cx="5212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WorkLifeBalance  </a:t>
            </a: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Self-reported score, 1 – 4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989320"/>
            <a:ext cx="5212080" cy="0"/>
          </a:xfrm>
          <a:prstGeom prst="rect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495544"/>
            <a:ext cx="5212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/ JobRole  </a:t>
            </a: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Business unit and specific job title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26480" y="5989320"/>
            <a:ext cx="5212080" cy="0"/>
          </a:xfrm>
          <a:prstGeom prst="rect">
            <a:avLst/>
          </a:prstGeom>
          <a:noFill/>
          <a:ln w="12700">
            <a:solidFill>
              <a:srgbClr val="DDE3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5495544"/>
            <a:ext cx="5212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DistanceFromHome  </a:t>
            </a: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Commute distance in miles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Attrition Analysis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six-step approach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20756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icon_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56" y="2203704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6517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306324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duplicates, and data types.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3400" y="18745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210312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995160" y="20756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1" descr="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176" y="2203704"/>
            <a:ext cx="246888" cy="2468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0" y="26517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572000" y="306324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attrition across departments, roles, and demographics.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46720" y="18745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75320" y="210312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6"/>
          <p:cNvSpPr/>
          <p:nvPr/>
        </p:nvSpPr>
        <p:spPr>
          <a:xfrm>
            <a:off x="827532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10698480" y="20756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2" descr="icon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6496" y="2203704"/>
            <a:ext cx="246888" cy="2468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75320" y="26517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275320" y="306324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charts, heatmaps, and box plots to reveal patterns.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40080" y="434340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68680" y="45720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2"/>
          <p:cNvSpPr/>
          <p:nvPr/>
        </p:nvSpPr>
        <p:spPr>
          <a:xfrm>
            <a:off x="86868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3291840" y="45445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3" descr="icon_co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9856" y="4672584"/>
            <a:ext cx="246888" cy="2468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68680" y="51206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868680" y="55321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/ Random Forest to flag at-risk employees.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343400" y="434340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572000" y="45720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4" name="Text 28"/>
          <p:cNvSpPr/>
          <p:nvPr/>
        </p:nvSpPr>
        <p:spPr>
          <a:xfrm>
            <a:off x="457200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6995160" y="45445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4" descr="icon_sitem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3176" y="4672584"/>
            <a:ext cx="246888" cy="24688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572000" y="51206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4572000" y="55321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/ Tableau view for ongoing monitoring.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8046720" y="434340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EEF3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275320" y="4572000"/>
            <a:ext cx="365760" cy="3657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1" name="Text 34"/>
          <p:cNvSpPr/>
          <p:nvPr/>
        </p:nvSpPr>
        <p:spPr>
          <a:xfrm>
            <a:off x="8275320" y="4572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10698480" y="45445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3" name="Image 5" descr="icon_bu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26496" y="4672584"/>
            <a:ext cx="246888" cy="24688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275320" y="512064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1400" dirty="0"/>
          </a:p>
        </p:txBody>
      </p:sp>
      <p:sp>
        <p:nvSpPr>
          <p:cNvPr id="45" name="Text 37"/>
          <p:cNvSpPr/>
          <p:nvPr/>
        </p:nvSpPr>
        <p:spPr>
          <a:xfrm>
            <a:off x="8275320" y="55321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findings into concrete HR actions.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Attrition Analysis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— Framework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investigated in the exploratory analysis — populate with results once the analysis is run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87680" y="17830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01952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_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02996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5623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Overtime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023360" y="185623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working overtime increase attrition risk?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321040" y="189280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26974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EEF3FC"/>
          </a:solidFill>
          <a:ln/>
        </p:spPr>
      </p:sp>
      <p:sp>
        <p:nvSpPr>
          <p:cNvPr id="12" name="Shape 9"/>
          <p:cNvSpPr/>
          <p:nvPr/>
        </p:nvSpPr>
        <p:spPr>
          <a:xfrm>
            <a:off x="822960" y="2816352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icon_mo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294436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54480" y="277063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023360" y="277063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link between monthly income and attrition?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8321040" y="280720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40080" y="36118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EEF3FC"/>
          </a:solidFill>
          <a:ln/>
        </p:spPr>
      </p:sp>
      <p:sp>
        <p:nvSpPr>
          <p:cNvPr id="19" name="Shape 15"/>
          <p:cNvSpPr/>
          <p:nvPr/>
        </p:nvSpPr>
        <p:spPr>
          <a:xfrm>
            <a:off x="822960" y="3730752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icon_user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3858768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54480" y="368503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023360" y="368503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newer employees more likely to leave?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321040" y="372160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40080" y="45262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EEF3FC"/>
          </a:solidFill>
          <a:ln/>
        </p:spPr>
      </p:sp>
      <p:sp>
        <p:nvSpPr>
          <p:cNvPr id="26" name="Shape 21"/>
          <p:cNvSpPr/>
          <p:nvPr/>
        </p:nvSpPr>
        <p:spPr>
          <a:xfrm>
            <a:off x="822960" y="4645152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icon_bal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4773168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554480" y="459943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Balance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023360" y="459943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poor balance correlate with higher exit rates?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8321040" y="463600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640080" y="54406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EEF3FC"/>
          </a:solidFill>
          <a:ln/>
        </p:spPr>
      </p:sp>
      <p:sp>
        <p:nvSpPr>
          <p:cNvPr id="33" name="Shape 27"/>
          <p:cNvSpPr/>
          <p:nvPr/>
        </p:nvSpPr>
        <p:spPr>
          <a:xfrm>
            <a:off x="822960" y="5559552"/>
            <a:ext cx="530352" cy="53035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4" descr="icon_sitem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5687568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554480" y="551383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/ Role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4023360" y="551383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departments or roles are hit hardest?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8321040" y="5550408"/>
            <a:ext cx="2926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Attrition Analysis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actions for HR leadership once findings are confirmed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_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956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691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overtime policy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2075688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fair compensation, capped hours, or added support for heavy-overtime roles.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1792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icon_mo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195681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0" y="16916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compensation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949440" y="2075688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pay for roles and income bands showing above-average attrition.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429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icon_user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55701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291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onboarding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371600" y="3675888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early-career mentoring for employees in their first two years.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17920" y="3429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icon_bal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3557016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3291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satisfaction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949440" y="3675888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regular pulse surveys with manager follow-up on low scores.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40080" y="5029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4" descr="icon_sitema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" y="5157216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71600" y="4892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high-risk groups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371600" y="5276088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retention plans for the departments/roles most affected.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217920" y="5029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5" descr="icon_sear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5936" y="5157216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949440" y="4892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&amp; act early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949440" y="5276088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model to flag at-risk employees for proactive conversations.</a:t>
            </a:r>
            <a:endParaRPr lang="en-US" sz="1150" dirty="0"/>
          </a:p>
        </p:txBody>
      </p:sp>
      <p:sp>
        <p:nvSpPr>
          <p:cNvPr id="28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Employee Attrition Analysis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5029200" cy="50292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is rarely random — it follows identifiable patterns tied to compensation, workload, satisfaction, and career stage. Data lets HR move from reacting to departures to proactively managing retention.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724912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the analysis with the full dataset and populate findings with real figures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401568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01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338328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interactive Power BI / Tableau dashboard for ongoing monitoring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059936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0599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4041648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findings and recommendations to HR leadership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718304"/>
            <a:ext cx="411480" cy="41148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183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4700016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recommended interventions in the highest-risk departments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8064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750</Words>
  <Application>Microsoft Office PowerPoint</Application>
  <PresentationFormat>Widescreen</PresentationFormat>
  <Paragraphs>134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devis Rwegasila</cp:lastModifiedBy>
  <cp:revision>3</cp:revision>
  <dcterms:created xsi:type="dcterms:W3CDTF">2026-08-13T12:24:39Z</dcterms:created>
  <dcterms:modified xsi:type="dcterms:W3CDTF">2026-08-14T07:10:53Z</dcterms:modified>
</cp:coreProperties>
</file>